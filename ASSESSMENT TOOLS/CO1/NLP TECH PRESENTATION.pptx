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1" r:id="rId2"/>
    <p:sldId id="332" r:id="rId3"/>
    <p:sldId id="333" r:id="rId4"/>
    <p:sldId id="334" r:id="rId5"/>
    <p:sldId id="345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17FDE-A31A-40AC-95E4-33EE2D500E9C}" v="23" dt="2026-07-19T09:36:18.40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3" autoAdjust="0"/>
    <p:restoredTop sz="94660"/>
  </p:normalViewPr>
  <p:slideViewPr>
    <p:cSldViewPr snapToGrid="0">
      <p:cViewPr varScale="1">
        <p:scale>
          <a:sx n="94" d="100"/>
          <a:sy n="94" d="100"/>
        </p:scale>
        <p:origin x="1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Anjaneya Dadiboyena" userId="d783794bcc499306" providerId="LiveId" clId="{D0AF241A-4698-41EB-B742-FB58FDD5C579}"/>
    <pc:docChg chg="undo redo custSel addSld delSld modSld sldOrd">
      <pc:chgData name="Sri Anjaneya Dadiboyena" userId="d783794bcc499306" providerId="LiveId" clId="{D0AF241A-4698-41EB-B742-FB58FDD5C579}" dt="2026-07-19T09:36:57.514" v="362" actId="478"/>
      <pc:docMkLst>
        <pc:docMk/>
      </pc:docMkLst>
      <pc:sldChg chg="addSp delSp modSp del mod">
        <pc:chgData name="Sri Anjaneya Dadiboyena" userId="d783794bcc499306" providerId="LiveId" clId="{D0AF241A-4698-41EB-B742-FB58FDD5C579}" dt="2026-07-19T09:35:41.920" v="345" actId="47"/>
        <pc:sldMkLst>
          <pc:docMk/>
          <pc:sldMk cId="0" sldId="261"/>
        </pc:sldMkLst>
        <pc:spChg chg="mod">
          <ac:chgData name="Sri Anjaneya Dadiboyena" userId="d783794bcc499306" providerId="LiveId" clId="{D0AF241A-4698-41EB-B742-FB58FDD5C579}" dt="2026-06-27T03:21:28.438" v="218" actId="1076"/>
          <ac:spMkLst>
            <pc:docMk/>
            <pc:sldMk cId="0" sldId="261"/>
            <ac:spMk id="4" creationId="{1AAAE957-AFCC-75C4-DAED-5889EE86BB5E}"/>
          </ac:spMkLst>
        </pc:spChg>
        <pc:picChg chg="add">
          <ac:chgData name="Sri Anjaneya Dadiboyena" userId="d783794bcc499306" providerId="LiveId" clId="{D0AF241A-4698-41EB-B742-FB58FDD5C579}" dt="2026-06-27T03:21:18.119" v="215" actId="22"/>
          <ac:picMkLst>
            <pc:docMk/>
            <pc:sldMk cId="0" sldId="261"/>
            <ac:picMk id="8" creationId="{01BAE2B4-5877-F8DC-91B6-F3496E0BB925}"/>
          </ac:picMkLst>
        </pc:picChg>
      </pc:sldChg>
      <pc:sldChg chg="modSp del mod">
        <pc:chgData name="Sri Anjaneya Dadiboyena" userId="d783794bcc499306" providerId="LiveId" clId="{D0AF241A-4698-41EB-B742-FB58FDD5C579}" dt="2026-07-19T09:29:52.236" v="268" actId="47"/>
        <pc:sldMkLst>
          <pc:docMk/>
          <pc:sldMk cId="2561448190" sldId="273"/>
        </pc:sldMkLst>
      </pc:sldChg>
      <pc:sldChg chg="modSp mod">
        <pc:chgData name="Sri Anjaneya Dadiboyena" userId="d783794bcc499306" providerId="LiveId" clId="{D0AF241A-4698-41EB-B742-FB58FDD5C579}" dt="2026-07-19T09:29:28.204" v="267" actId="404"/>
        <pc:sldMkLst>
          <pc:docMk/>
          <pc:sldMk cId="1993786866" sldId="291"/>
        </pc:sldMkLst>
        <pc:spChg chg="mod">
          <ac:chgData name="Sri Anjaneya Dadiboyena" userId="d783794bcc499306" providerId="LiveId" clId="{D0AF241A-4698-41EB-B742-FB58FDD5C579}" dt="2026-07-19T09:29:01.419" v="265"/>
          <ac:spMkLst>
            <pc:docMk/>
            <pc:sldMk cId="1993786866" sldId="291"/>
            <ac:spMk id="3" creationId="{B4C2FDA0-6F14-95CC-C28D-AFB512F96C1C}"/>
          </ac:spMkLst>
        </pc:spChg>
        <pc:spChg chg="mod">
          <ac:chgData name="Sri Anjaneya Dadiboyena" userId="d783794bcc499306" providerId="LiveId" clId="{D0AF241A-4698-41EB-B742-FB58FDD5C579}" dt="2026-07-19T09:29:28.204" v="267" actId="404"/>
          <ac:spMkLst>
            <pc:docMk/>
            <pc:sldMk cId="1993786866" sldId="291"/>
            <ac:spMk id="5" creationId="{BB3B50E4-CEB7-3CF8-588F-B289EDB0A5C1}"/>
          </ac:spMkLst>
        </pc:spChg>
        <pc:spChg chg="mod">
          <ac:chgData name="Sri Anjaneya Dadiboyena" userId="d783794bcc499306" providerId="LiveId" clId="{D0AF241A-4698-41EB-B742-FB58FDD5C579}" dt="2026-07-19T09:27:58.529" v="253" actId="1076"/>
          <ac:spMkLst>
            <pc:docMk/>
            <pc:sldMk cId="1993786866" sldId="291"/>
            <ac:spMk id="7" creationId="{EF253227-A697-F3C3-46D2-424403263327}"/>
          </ac:spMkLst>
        </pc:spChg>
      </pc:sldChg>
      <pc:sldChg chg="addSp delSp modSp del mod">
        <pc:chgData name="Sri Anjaneya Dadiboyena" userId="d783794bcc499306" providerId="LiveId" clId="{D0AF241A-4698-41EB-B742-FB58FDD5C579}" dt="2026-07-19T09:35:42.955" v="347" actId="47"/>
        <pc:sldMkLst>
          <pc:docMk/>
          <pc:sldMk cId="645117793" sldId="321"/>
        </pc:sldMkLst>
        <pc:spChg chg="mod">
          <ac:chgData name="Sri Anjaneya Dadiboyena" userId="d783794bcc499306" providerId="LiveId" clId="{D0AF241A-4698-41EB-B742-FB58FDD5C579}" dt="2026-06-27T03:20:58.739" v="211" actId="1076"/>
          <ac:spMkLst>
            <pc:docMk/>
            <pc:sldMk cId="645117793" sldId="321"/>
            <ac:spMk id="4" creationId="{D0B5F19A-5FD4-F62D-E7B1-D77E8779FA1E}"/>
          </ac:spMkLst>
        </pc:spChg>
        <pc:spChg chg="mod">
          <ac:chgData name="Sri Anjaneya Dadiboyena" userId="d783794bcc499306" providerId="LiveId" clId="{D0AF241A-4698-41EB-B742-FB58FDD5C579}" dt="2026-06-24T05:54:29.182" v="152" actId="20577"/>
          <ac:spMkLst>
            <pc:docMk/>
            <pc:sldMk cId="645117793" sldId="321"/>
            <ac:spMk id="137" creationId="{88B87E00-87AB-8E6A-71E3-B8353B1E1E2C}"/>
          </ac:spMkLst>
        </pc:spChg>
        <pc:picChg chg="add mod">
          <ac:chgData name="Sri Anjaneya Dadiboyena" userId="d783794bcc499306" providerId="LiveId" clId="{D0AF241A-4698-41EB-B742-FB58FDD5C579}" dt="2026-06-27T03:22:13.335" v="224" actId="1076"/>
          <ac:picMkLst>
            <pc:docMk/>
            <pc:sldMk cId="645117793" sldId="321"/>
            <ac:picMk id="10" creationId="{14BC8754-66B0-6CBD-BDB4-D6DE0684B50C}"/>
          </ac:picMkLst>
        </pc:picChg>
      </pc:sldChg>
      <pc:sldChg chg="addSp delSp modSp del mod">
        <pc:chgData name="Sri Anjaneya Dadiboyena" userId="d783794bcc499306" providerId="LiveId" clId="{D0AF241A-4698-41EB-B742-FB58FDD5C579}" dt="2026-07-19T09:35:43.890" v="349" actId="47"/>
        <pc:sldMkLst>
          <pc:docMk/>
          <pc:sldMk cId="2610517913" sldId="331"/>
        </pc:sldMkLst>
        <pc:spChg chg="mod">
          <ac:chgData name="Sri Anjaneya Dadiboyena" userId="d783794bcc499306" providerId="LiveId" clId="{D0AF241A-4698-41EB-B742-FB58FDD5C579}" dt="2026-06-27T03:19:47.857" v="203" actId="14100"/>
          <ac:spMkLst>
            <pc:docMk/>
            <pc:sldMk cId="2610517913" sldId="331"/>
            <ac:spMk id="4" creationId="{BB26B4EC-7A56-C6C0-A118-9B59F49A9359}"/>
          </ac:spMkLst>
        </pc:spChg>
        <pc:spChg chg="mod">
          <ac:chgData name="Sri Anjaneya Dadiboyena" userId="d783794bcc499306" providerId="LiveId" clId="{D0AF241A-4698-41EB-B742-FB58FDD5C579}" dt="2026-06-24T06:02:51.102" v="157"/>
          <ac:spMkLst>
            <pc:docMk/>
            <pc:sldMk cId="2610517913" sldId="331"/>
            <ac:spMk id="137" creationId="{6C9B08E6-2EB4-B281-1B69-3E48AB5C1315}"/>
          </ac:spMkLst>
        </pc:spChg>
        <pc:picChg chg="add mod">
          <ac:chgData name="Sri Anjaneya Dadiboyena" userId="d783794bcc499306" providerId="LiveId" clId="{D0AF241A-4698-41EB-B742-FB58FDD5C579}" dt="2026-06-27T03:19:38.382" v="200" actId="14100"/>
          <ac:picMkLst>
            <pc:docMk/>
            <pc:sldMk cId="2610517913" sldId="331"/>
            <ac:picMk id="7" creationId="{FBE48F3D-5605-BF36-9FD8-6E17E7AEB24C}"/>
          </ac:picMkLst>
        </pc:picChg>
      </pc:sldChg>
      <pc:sldChg chg="modSp mod">
        <pc:chgData name="Sri Anjaneya Dadiboyena" userId="d783794bcc499306" providerId="LiveId" clId="{D0AF241A-4698-41EB-B742-FB58FDD5C579}" dt="2026-07-19T09:31:03.379" v="278" actId="1076"/>
        <pc:sldMkLst>
          <pc:docMk/>
          <pc:sldMk cId="226063977" sldId="332"/>
        </pc:sldMkLst>
        <pc:spChg chg="mod">
          <ac:chgData name="Sri Anjaneya Dadiboyena" userId="d783794bcc499306" providerId="LiveId" clId="{D0AF241A-4698-41EB-B742-FB58FDD5C579}" dt="2026-07-19T09:31:03.379" v="278" actId="1076"/>
          <ac:spMkLst>
            <pc:docMk/>
            <pc:sldMk cId="226063977" sldId="332"/>
            <ac:spMk id="3" creationId="{D5B20657-96D5-427F-3C5B-1378B318A0FA}"/>
          </ac:spMkLst>
        </pc:spChg>
      </pc:sldChg>
      <pc:sldChg chg="addSp delSp modSp mod">
        <pc:chgData name="Sri Anjaneya Dadiboyena" userId="d783794bcc499306" providerId="LiveId" clId="{D0AF241A-4698-41EB-B742-FB58FDD5C579}" dt="2026-07-19T09:33:04.687" v="308" actId="113"/>
        <pc:sldMkLst>
          <pc:docMk/>
          <pc:sldMk cId="3986332157" sldId="333"/>
        </pc:sldMkLst>
        <pc:spChg chg="mod">
          <ac:chgData name="Sri Anjaneya Dadiboyena" userId="d783794bcc499306" providerId="LiveId" clId="{D0AF241A-4698-41EB-B742-FB58FDD5C579}" dt="2026-07-19T09:31:57.883" v="289" actId="1076"/>
          <ac:spMkLst>
            <pc:docMk/>
            <pc:sldMk cId="3986332157" sldId="333"/>
            <ac:spMk id="2" creationId="{581449C9-A173-B48B-257B-F3391A9DD815}"/>
          </ac:spMkLst>
        </pc:spChg>
        <pc:spChg chg="mod">
          <ac:chgData name="Sri Anjaneya Dadiboyena" userId="d783794bcc499306" providerId="LiveId" clId="{D0AF241A-4698-41EB-B742-FB58FDD5C579}" dt="2026-07-19T09:33:04.687" v="308" actId="113"/>
          <ac:spMkLst>
            <pc:docMk/>
            <pc:sldMk cId="3986332157" sldId="333"/>
            <ac:spMk id="3" creationId="{6EC9969C-3CA5-EDF7-BFF8-3E099FC67FEB}"/>
          </ac:spMkLst>
        </pc:spChg>
        <pc:spChg chg="add del">
          <ac:chgData name="Sri Anjaneya Dadiboyena" userId="d783794bcc499306" providerId="LiveId" clId="{D0AF241A-4698-41EB-B742-FB58FDD5C579}" dt="2026-07-19T09:31:25.565" v="280" actId="22"/>
          <ac:spMkLst>
            <pc:docMk/>
            <pc:sldMk cId="3986332157" sldId="333"/>
            <ac:spMk id="7" creationId="{9FAC486E-1FA6-47AE-9CB1-D287A0922627}"/>
          </ac:spMkLst>
        </pc:spChg>
      </pc:sldChg>
      <pc:sldChg chg="modSp mod">
        <pc:chgData name="Sri Anjaneya Dadiboyena" userId="d783794bcc499306" providerId="LiveId" clId="{D0AF241A-4698-41EB-B742-FB58FDD5C579}" dt="2026-07-19T09:36:29.644" v="358" actId="2711"/>
        <pc:sldMkLst>
          <pc:docMk/>
          <pc:sldMk cId="3297614060" sldId="334"/>
        </pc:sldMkLst>
        <pc:spChg chg="mod">
          <ac:chgData name="Sri Anjaneya Dadiboyena" userId="d783794bcc499306" providerId="LiveId" clId="{D0AF241A-4698-41EB-B742-FB58FDD5C579}" dt="2026-07-19T09:33:36.010" v="309"/>
          <ac:spMkLst>
            <pc:docMk/>
            <pc:sldMk cId="3297614060" sldId="334"/>
            <ac:spMk id="2" creationId="{BD85CE30-EF6C-F2E8-DFC7-B5001B3B3B58}"/>
          </ac:spMkLst>
        </pc:spChg>
        <pc:spChg chg="mod">
          <ac:chgData name="Sri Anjaneya Dadiboyena" userId="d783794bcc499306" providerId="LiveId" clId="{D0AF241A-4698-41EB-B742-FB58FDD5C579}" dt="2026-07-19T09:36:29.644" v="358" actId="2711"/>
          <ac:spMkLst>
            <pc:docMk/>
            <pc:sldMk cId="3297614060" sldId="334"/>
            <ac:spMk id="3" creationId="{B27849A7-40BF-B3B5-6EEC-FA7098ED4A4C}"/>
          </ac:spMkLst>
        </pc:spChg>
      </pc:sldChg>
      <pc:sldChg chg="del ord">
        <pc:chgData name="Sri Anjaneya Dadiboyena" userId="d783794bcc499306" providerId="LiveId" clId="{D0AF241A-4698-41EB-B742-FB58FDD5C579}" dt="2026-07-19T09:35:39.905" v="343" actId="47"/>
        <pc:sldMkLst>
          <pc:docMk/>
          <pc:sldMk cId="1435899167" sldId="335"/>
        </pc:sldMkLst>
      </pc:sldChg>
      <pc:sldChg chg="modSp del mod">
        <pc:chgData name="Sri Anjaneya Dadiboyena" userId="d783794bcc499306" providerId="LiveId" clId="{D0AF241A-4698-41EB-B742-FB58FDD5C579}" dt="2026-07-19T09:35:41.063" v="344" actId="47"/>
        <pc:sldMkLst>
          <pc:docMk/>
          <pc:sldMk cId="1448459885" sldId="336"/>
        </pc:sldMkLst>
        <pc:spChg chg="mod">
          <ac:chgData name="Sri Anjaneya Dadiboyena" userId="d783794bcc499306" providerId="LiveId" clId="{D0AF241A-4698-41EB-B742-FB58FDD5C579}" dt="2026-06-24T05:51:53.377" v="136" actId="20577"/>
          <ac:spMkLst>
            <pc:docMk/>
            <pc:sldMk cId="1448459885" sldId="336"/>
            <ac:spMk id="11" creationId="{F4BFAA56-0ECB-BE80-B22A-46CC8D4A8B31}"/>
          </ac:spMkLst>
        </pc:spChg>
        <pc:spChg chg="mod">
          <ac:chgData name="Sri Anjaneya Dadiboyena" userId="d783794bcc499306" providerId="LiveId" clId="{D0AF241A-4698-41EB-B742-FB58FDD5C579}" dt="2026-06-24T05:51:47.604" v="135" actId="20577"/>
          <ac:spMkLst>
            <pc:docMk/>
            <pc:sldMk cId="1448459885" sldId="336"/>
            <ac:spMk id="13" creationId="{F98DABB4-EA13-3AFF-225D-63D98088C3B9}"/>
          </ac:spMkLst>
        </pc:spChg>
      </pc:sldChg>
      <pc:sldChg chg="addSp delSp modSp del mod">
        <pc:chgData name="Sri Anjaneya Dadiboyena" userId="d783794bcc499306" providerId="LiveId" clId="{D0AF241A-4698-41EB-B742-FB58FDD5C579}" dt="2026-07-19T09:35:44.904" v="351" actId="47"/>
        <pc:sldMkLst>
          <pc:docMk/>
          <pc:sldMk cId="3881557958" sldId="337"/>
        </pc:sldMkLst>
        <pc:spChg chg="add mod">
          <ac:chgData name="Sri Anjaneya Dadiboyena" userId="d783794bcc499306" providerId="LiveId" clId="{D0AF241A-4698-41EB-B742-FB58FDD5C579}" dt="2026-06-27T03:59:15.022" v="245" actId="1076"/>
          <ac:spMkLst>
            <pc:docMk/>
            <pc:sldMk cId="3881557958" sldId="337"/>
            <ac:spMk id="10" creationId="{8D973B05-1CDC-61EB-77D9-0E812C2D4D8D}"/>
          </ac:spMkLst>
        </pc:spChg>
        <pc:picChg chg="add mod">
          <ac:chgData name="Sri Anjaneya Dadiboyena" userId="d783794bcc499306" providerId="LiveId" clId="{D0AF241A-4698-41EB-B742-FB58FDD5C579}" dt="2026-06-27T03:59:08.182" v="244" actId="1076"/>
          <ac:picMkLst>
            <pc:docMk/>
            <pc:sldMk cId="3881557958" sldId="337"/>
            <ac:picMk id="7" creationId="{059362F9-103D-54F5-D783-1E292E38A7DD}"/>
          </ac:picMkLst>
        </pc:picChg>
        <pc:picChg chg="add mod">
          <ac:chgData name="Sri Anjaneya Dadiboyena" userId="d783794bcc499306" providerId="LiveId" clId="{D0AF241A-4698-41EB-B742-FB58FDD5C579}" dt="2026-06-27T03:59:00.541" v="242" actId="1076"/>
          <ac:picMkLst>
            <pc:docMk/>
            <pc:sldMk cId="3881557958" sldId="337"/>
            <ac:picMk id="9" creationId="{68F93F0D-D0CF-6986-2B09-95E41777B65F}"/>
          </ac:picMkLst>
        </pc:picChg>
      </pc:sldChg>
      <pc:sldChg chg="del">
        <pc:chgData name="Sri Anjaneya Dadiboyena" userId="d783794bcc499306" providerId="LiveId" clId="{D0AF241A-4698-41EB-B742-FB58FDD5C579}" dt="2026-07-19T09:35:45.427" v="352" actId="47"/>
        <pc:sldMkLst>
          <pc:docMk/>
          <pc:sldMk cId="2633368536" sldId="338"/>
        </pc:sldMkLst>
      </pc:sldChg>
      <pc:sldChg chg="del">
        <pc:chgData name="Sri Anjaneya Dadiboyena" userId="d783794bcc499306" providerId="LiveId" clId="{D0AF241A-4698-41EB-B742-FB58FDD5C579}" dt="2026-07-19T09:35:45.968" v="353" actId="47"/>
        <pc:sldMkLst>
          <pc:docMk/>
          <pc:sldMk cId="1120281827" sldId="339"/>
        </pc:sldMkLst>
      </pc:sldChg>
      <pc:sldChg chg="del">
        <pc:chgData name="Sri Anjaneya Dadiboyena" userId="d783794bcc499306" providerId="LiveId" clId="{D0AF241A-4698-41EB-B742-FB58FDD5C579}" dt="2026-07-19T09:35:47.033" v="354" actId="47"/>
        <pc:sldMkLst>
          <pc:docMk/>
          <pc:sldMk cId="2698306541" sldId="340"/>
        </pc:sldMkLst>
      </pc:sldChg>
      <pc:sldChg chg="addSp delSp modSp add del mod ord">
        <pc:chgData name="Sri Anjaneya Dadiboyena" userId="d783794bcc499306" providerId="LiveId" clId="{D0AF241A-4698-41EB-B742-FB58FDD5C579}" dt="2026-07-19T09:35:42.477" v="346" actId="47"/>
        <pc:sldMkLst>
          <pc:docMk/>
          <pc:sldMk cId="3085378328" sldId="341"/>
        </pc:sldMkLst>
        <pc:picChg chg="add del mod modCrop">
          <ac:chgData name="Sri Anjaneya Dadiboyena" userId="d783794bcc499306" providerId="LiveId" clId="{D0AF241A-4698-41EB-B742-FB58FDD5C579}" dt="2026-06-22T10:02:38.834" v="26" actId="1076"/>
          <ac:picMkLst>
            <pc:docMk/>
            <pc:sldMk cId="3085378328" sldId="341"/>
            <ac:picMk id="7" creationId="{B009FCB6-4C0D-CCF0-6108-86AD7DC401CE}"/>
          </ac:picMkLst>
        </pc:picChg>
      </pc:sldChg>
      <pc:sldChg chg="addSp delSp modSp add del mod">
        <pc:chgData name="Sri Anjaneya Dadiboyena" userId="d783794bcc499306" providerId="LiveId" clId="{D0AF241A-4698-41EB-B742-FB58FDD5C579}" dt="2026-07-19T09:35:43.446" v="348" actId="47"/>
        <pc:sldMkLst>
          <pc:docMk/>
          <pc:sldMk cId="1335337622" sldId="342"/>
        </pc:sldMkLst>
        <pc:spChg chg="mod">
          <ac:chgData name="Sri Anjaneya Dadiboyena" userId="d783794bcc499306" providerId="LiveId" clId="{D0AF241A-4698-41EB-B742-FB58FDD5C579}" dt="2026-06-24T05:54:37.920" v="153" actId="20577"/>
          <ac:spMkLst>
            <pc:docMk/>
            <pc:sldMk cId="1335337622" sldId="342"/>
            <ac:spMk id="137" creationId="{32277D27-E879-4A25-5B50-2927CC1200BD}"/>
          </ac:spMkLst>
        </pc:spChg>
        <pc:picChg chg="add mod modCrop">
          <ac:chgData name="Sri Anjaneya Dadiboyena" userId="d783794bcc499306" providerId="LiveId" clId="{D0AF241A-4698-41EB-B742-FB58FDD5C579}" dt="2026-06-24T05:57:05.854" v="155" actId="1076"/>
          <ac:picMkLst>
            <pc:docMk/>
            <pc:sldMk cId="1335337622" sldId="342"/>
            <ac:picMk id="8" creationId="{D480F398-CCC1-AE70-4D25-709B3F7A8CFB}"/>
          </ac:picMkLst>
        </pc:picChg>
      </pc:sldChg>
      <pc:sldChg chg="addSp delSp modSp add del mod">
        <pc:chgData name="Sri Anjaneya Dadiboyena" userId="d783794bcc499306" providerId="LiveId" clId="{D0AF241A-4698-41EB-B742-FB58FDD5C579}" dt="2026-07-19T09:35:44.397" v="350" actId="47"/>
        <pc:sldMkLst>
          <pc:docMk/>
          <pc:sldMk cId="660503626" sldId="343"/>
        </pc:sldMkLst>
        <pc:spChg chg="mod">
          <ac:chgData name="Sri Anjaneya Dadiboyena" userId="d783794bcc499306" providerId="LiveId" clId="{D0AF241A-4698-41EB-B742-FB58FDD5C579}" dt="2026-06-24T06:10:29.534" v="175"/>
          <ac:spMkLst>
            <pc:docMk/>
            <pc:sldMk cId="660503626" sldId="343"/>
            <ac:spMk id="137" creationId="{5C5FAA80-F11A-7178-9D1D-E5FEC46264B8}"/>
          </ac:spMkLst>
        </pc:spChg>
        <pc:picChg chg="add mod modCrop">
          <ac:chgData name="Sri Anjaneya Dadiboyena" userId="d783794bcc499306" providerId="LiveId" clId="{D0AF241A-4698-41EB-B742-FB58FDD5C579}" dt="2026-06-24T06:16:28.593" v="191" actId="1076"/>
          <ac:picMkLst>
            <pc:docMk/>
            <pc:sldMk cId="660503626" sldId="343"/>
            <ac:picMk id="11" creationId="{D922349B-C66A-362F-1D63-C02BD757B8F5}"/>
          </ac:picMkLst>
        </pc:picChg>
      </pc:sldChg>
      <pc:sldChg chg="new del">
        <pc:chgData name="Sri Anjaneya Dadiboyena" userId="d783794bcc499306" providerId="LiveId" clId="{D0AF241A-4698-41EB-B742-FB58FDD5C579}" dt="2026-07-19T09:35:34.179" v="340" actId="47"/>
        <pc:sldMkLst>
          <pc:docMk/>
          <pc:sldMk cId="154163538" sldId="344"/>
        </pc:sldMkLst>
      </pc:sldChg>
      <pc:sldChg chg="delSp modSp add mod">
        <pc:chgData name="Sri Anjaneya Dadiboyena" userId="d783794bcc499306" providerId="LiveId" clId="{D0AF241A-4698-41EB-B742-FB58FDD5C579}" dt="2026-07-19T09:36:57.514" v="362" actId="478"/>
        <pc:sldMkLst>
          <pc:docMk/>
          <pc:sldMk cId="1150499776" sldId="345"/>
        </pc:sldMkLst>
        <pc:spChg chg="del mod">
          <ac:chgData name="Sri Anjaneya Dadiboyena" userId="d783794bcc499306" providerId="LiveId" clId="{D0AF241A-4698-41EB-B742-FB58FDD5C579}" dt="2026-07-19T09:36:57.514" v="362" actId="478"/>
          <ac:spMkLst>
            <pc:docMk/>
            <pc:sldMk cId="1150499776" sldId="345"/>
            <ac:spMk id="2" creationId="{660D0DD5-E6CD-7780-1DB9-5740FED9EFE8}"/>
          </ac:spMkLst>
        </pc:spChg>
        <pc:spChg chg="mod">
          <ac:chgData name="Sri Anjaneya Dadiboyena" userId="d783794bcc499306" providerId="LiveId" clId="{D0AF241A-4698-41EB-B742-FB58FDD5C579}" dt="2026-07-19T09:36:49.587" v="361" actId="2710"/>
          <ac:spMkLst>
            <pc:docMk/>
            <pc:sldMk cId="1150499776" sldId="345"/>
            <ac:spMk id="3" creationId="{0263EB46-EAD9-7C96-B021-1D5BB134BB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0BE2D-ED98-4575-94C3-74FD3E97F42E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5948F-4DC2-48B6-A5F6-38342A4BA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7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8FC8-F22D-FE62-F50E-790F95D1C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D97C3-A51B-E88E-5351-8C1227AB7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DC83-7D83-7B9F-DC93-875C7469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D799-125D-4542-9A8E-633FE61FCE7D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D432-DC45-0757-11D8-84B6CEC7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EFCB-5399-90FD-8953-36F72C6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D0FD-DFD6-3A6D-C8B4-CF98138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5E80-2D3F-5EFA-C9B3-48F72B46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3DA04-6747-B068-A676-A09653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F16D6-D5AB-4EA8-8FD3-B4DCB23549A6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74E0-132B-13DF-C688-94D0D2EB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E58A0-F397-96CE-413F-12EE5D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9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F0FF-AD2A-A14A-7D11-238E8E14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94DDD-CA94-1117-C2A0-E47CD6F99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B030A-67C3-080A-49FE-967A67E7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DB5C8-0B7B-492B-BB89-B7BCD974DE6D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72CE-9771-12EF-6FBC-DCE67013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E1A7-F7F5-6652-E86A-E2C0FCC7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0D78-38EB-F69C-2035-0E8A0BB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0786-C25B-7934-BE12-57924B0A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804EB-6A6E-64CE-6D08-A96B54377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7AAB3-FAE2-C352-0DB6-08E5DC1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93158-F01F-4921-8C11-5D29A04803E7}" type="datetime1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4A34-5708-2512-3D6B-7D9087ED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FC9CF-E1CB-EC75-7E77-DB7854A6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5A1C-60AA-C806-B3CA-2BD237CB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4F1A-A513-347D-38E7-BF37E5D9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48FD-5DED-82A6-8BAC-0CD7CD194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FC93B-C1AF-8B98-6391-22F9CF24E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87DED-12D2-63C1-8698-6F215C579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657CA-9239-6BA3-93D6-F1D23A5C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3708A-7452-467A-898F-11A949B2DFBA}" type="datetime1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BAE0-5344-32B1-CF66-686D9C69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E8E71-6644-B0B7-0CAA-A208061D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45F-E401-2F2B-87CB-AD78FB6D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3BF37-4325-B942-ADA0-CDDD1E0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F9E5-2880-4EB6-9063-7A47FD5B0CBE}" type="datetime1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49CF3-2A9D-C97A-5DF9-4659EF9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DEC7A-DECF-0C41-88E1-61F409F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12061-6F16-628D-EB83-639603EA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7664B-C6CA-4B49-8E20-BB692FA59D5A}" type="datetime1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F23DB-DD08-CADB-C2FE-13BE22FE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75B9E-1054-8BDA-3F26-D3751E1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9369-FD04-3571-F601-057D8072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1F86-C013-0A35-61C8-6DD03F23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DC90E-3EBC-2557-CFDD-A4A8F2A2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D388-862E-8E6D-4CA2-9BCA954A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0FDC-588E-4AE2-9FD5-0FF3E05B8F45}" type="datetime1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C975F-A208-8978-BA09-AAC44987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D0D4-D202-CFC1-8C6D-3E89AF10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1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DD26-06D5-F5F3-6708-C8A4268B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5FBB6-B888-B536-F92B-DE5779090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308-2FB2-583E-1336-C9344EC6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66C97-D711-04C1-B797-E9453644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5D97-4C38-459D-9EB2-B61DA25114A6}" type="datetime1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9E349-4152-A050-DB15-10806DA0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18B7-5EF5-1B1B-1D35-4D768328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4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2295-692D-42E5-9F59-DD79A9C0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9F344-56D9-E3EB-6919-972FFB263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E289-A81F-7611-E90B-D1A4C087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FE8B3-C80D-4A38-8DB1-21E6F92442F1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B38A-5609-E72E-9856-55BB564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38C5-2C8B-BFA1-665B-9E1C6DCC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684ED-F7C9-4D0E-7567-51E7385DC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4335C-6AE9-9C31-FABC-7B85AA4E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EA0A-CF68-9B44-4B8C-FEC5067A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9C7F-9976-4F2A-BE63-0B87CCF0CA0C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123-9EE0-0D16-9D8A-1461FB15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0494-BD1F-73D6-9CAD-D5CF8C5B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36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318" y="104799"/>
            <a:ext cx="11965369" cy="656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720004" y="1774317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4720004" y="4090368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4720004" y="2436315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720004" y="4752367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5800" y="873067"/>
            <a:ext cx="11431600" cy="8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34" y="262234"/>
            <a:ext cx="11526669" cy="410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3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480C5-D524-B95D-B3BE-6A81E033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A23D4-F343-AB2C-A3F3-F9AF43AA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C8F0-CBB5-A55F-182B-C9586155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FD508-597A-4AD0-9199-4314AB2356AA}" type="datetime1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6ADA4-895D-8499-E54C-13470D3E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E94AD-A2DC-534A-5D4A-2C100B29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53" y="1721606"/>
            <a:ext cx="10874925" cy="311777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b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Algorithm: A Text Preprocessing Technique in NLP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DSA0307 - NATURAL LANGUAGE PROCESSING</a:t>
            </a:r>
            <a:br>
              <a:rPr lang="en-IN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515479" y="4552247"/>
            <a:ext cx="538352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GUIDED BY:</a:t>
            </a:r>
          </a:p>
          <a:p>
            <a:r>
              <a:rPr lang="en-IN" sz="2400" dirty="0">
                <a:latin typeface="Times New Roman"/>
                <a:cs typeface="Times New Roman"/>
              </a:rPr>
              <a:t>Dr. K. ANBAZHAGAN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7245158" y="4552247"/>
            <a:ext cx="578432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spc="-10" dirty="0">
                <a:latin typeface="Times New Roman"/>
                <a:cs typeface="Times New Roman"/>
              </a:rPr>
              <a:t>D. Sri Anjaneya (192425219)</a:t>
            </a: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9566D-7E1A-1FD6-9034-7BDD69D1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50AA-5D1C-55BA-20B0-0D7CB66B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8080966-F945-D733-09D1-A5ACCC15855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191" y="191642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774DF48-53AF-B264-348A-7771B935A2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5B20657-96D5-427F-3C5B-1378B318A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982" y="1926841"/>
            <a:ext cx="955040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a word stemming algorithm used in NLP.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words into their root/stem form.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Martin Porter in 1980.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text preprocessing in NLP applications.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→ Play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→ Connect</a:t>
            </a:r>
          </a:p>
        </p:txBody>
      </p:sp>
    </p:spTree>
    <p:extLst>
      <p:ext uri="{BB962C8B-B14F-4D97-AF65-F5344CB8AC3E}">
        <p14:creationId xmlns:p14="http://schemas.microsoft.com/office/powerpoint/2010/main" val="22606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D27F-D26B-23C3-AD30-1CA276CF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49C9-A173-B48B-257B-F3391A9D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301" y="280541"/>
            <a:ext cx="5229373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and Importance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85E9697-62EB-05F1-B883-29B1F21B41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191" y="191642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BFA258D-AF8D-A4BA-F307-030D602C98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EC9969C-3CA5-EDF7-BFF8-3E099FC67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982" y="2045826"/>
            <a:ext cx="946798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treat different word forms as separate words.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combines similar words into a single form.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size of vocabulary.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performance of NLP models.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98633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B979-40C1-532E-232D-8C40ECAF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CE30-EF6C-F2E8-DFC7-B5001B3B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Mechanism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F825296-CEC1-64FB-83CB-BFE93A0441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191" y="191642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DE5E7C4-FF74-0157-BD88-5173D5909D7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27849A7-40BF-B3B5-6EEC-FA7098ED4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982" y="1774621"/>
            <a:ext cx="9860503" cy="3913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a series of suffix removal rules.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steps: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plural forms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past tense endings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continuous forms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common suffixes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final word cleanup</a:t>
            </a:r>
          </a:p>
        </p:txBody>
      </p:sp>
    </p:spTree>
    <p:extLst>
      <p:ext uri="{BB962C8B-B14F-4D97-AF65-F5344CB8AC3E}">
        <p14:creationId xmlns:p14="http://schemas.microsoft.com/office/powerpoint/2010/main" val="329761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283D2-F3CC-6AF0-6738-2432E53F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EC46601A-3142-0FE5-1F34-9E0FC90CEF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191" y="191642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41FB78B-4A1A-F16A-5999-D67011A4BF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263EB46-EAD9-7C96-B021-1D5BB134B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982" y="1779174"/>
            <a:ext cx="986050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fast algorithm.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text complexity.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generate incorrect root words.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understand word meaning.</a:t>
            </a:r>
          </a:p>
        </p:txBody>
      </p:sp>
    </p:spTree>
    <p:extLst>
      <p:ext uri="{BB962C8B-B14F-4D97-AF65-F5344CB8AC3E}">
        <p14:creationId xmlns:p14="http://schemas.microsoft.com/office/powerpoint/2010/main" val="1150499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Thank You Slide | The Closing Slide That Sticks">
            <a:extLst>
              <a:ext uri="{FF2B5EF4-FFF2-40B4-BE49-F238E27FC236}">
                <a16:creationId xmlns:a16="http://schemas.microsoft.com/office/drawing/2014/main" id="{5FEABBF6-A566-12C9-A10A-8430E2101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5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771</TotalTime>
  <Words>183</Words>
  <Application>Microsoft Office PowerPoint</Application>
  <PresentationFormat>Widescreen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Raleway</vt:lpstr>
      <vt:lpstr>Times New Roman</vt:lpstr>
      <vt:lpstr>VT323</vt:lpstr>
      <vt:lpstr>Wingdings</vt:lpstr>
      <vt:lpstr>Office Theme</vt:lpstr>
      <vt:lpstr> Porter Stemmer Algorithm: A Text Preprocessing Technique in NLP  DSA0307 - NATURAL LANGUAGE PROCESSING  </vt:lpstr>
      <vt:lpstr>Introduction</vt:lpstr>
      <vt:lpstr>Need and Importance</vt:lpstr>
      <vt:lpstr>Working Mechanism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Profile-Based Student Performance Analysis and Teacher Recommendation System Using Data Mining CSA 1630- Data warehousing and data Mining with Big data Analytics</dc:title>
  <dc:creator>SRI ANJANEYA</dc:creator>
  <cp:lastModifiedBy>Sri Anjaneya Dadiboyena</cp:lastModifiedBy>
  <cp:revision>13</cp:revision>
  <dcterms:created xsi:type="dcterms:W3CDTF">2025-11-04T04:14:07Z</dcterms:created>
  <dcterms:modified xsi:type="dcterms:W3CDTF">2026-07-19T09:37:44Z</dcterms:modified>
</cp:coreProperties>
</file>